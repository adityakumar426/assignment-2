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a conditional statement in programming?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conditional statement controls program flow by executing different actions depending on whether a condition evaluates to true or false.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0295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an if statement do?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 if statement checks a condition and executes a block of code only when the condition is true.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86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purpose of an else block?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 else block provides an alternative set of statements that execute when the if condition becomes false.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When is an else block executed?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 else block runs only when the associated if condition evaluates to false during program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0296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a Boolean expression?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Boolean expression is a condition that evaluates to either true or false and guides decision 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9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Write the syntax of a simple if statement.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Syntax: if(condition) { statements; }. The statements execute only when the condition is true.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operator is commonly used to test equality?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equality operator == is commonly used to test whether two values are equal.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the modulus (%) operator return?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modulus operator returns the remainder after dividing one number by another number.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How can you check if a number is even?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number is even when the condition number % 2 == 0 is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72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How can you check if a number is odd?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number is odd when the condition number % 2 != 0 is 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86" y="1401309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purpose of else-if?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Else-if is used to test multiple conditions one after another until a matching condition is found.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5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a nested if statement?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nested if statement is an if statement placed inside another if statement.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Can an if statement exist without an else?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Yes, an if statement can be written and used without an accompanying else block.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89957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output when a false condition is tested in an if statement without else?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No output occurs because no statements execute when the condition is false and no else exists.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9" y="1365705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role of braces {} in C/C++ conditionals?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Braces group multiple statements into one block and define which statements belong to a condition.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72" y="1433967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&gt; mean?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Greater than. It checks whether the value on the left is larger than the right value.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614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&lt; mean?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Less than. It checks whether the value on the left is smaller than the right value.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&gt;= mean?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Greater than or equal to. It checks if a value is larger than or equal.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433967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&lt;= mean?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Less than or equal to. It checks if a value is smaller than or equal.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433967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does != mean?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Not equal to. It checks whether two values are different from each other.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86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a switch statement?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switch statement selects one block of code from many choices based on an expression value.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71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a case label in a switch statement?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case label represents a specific value that can match the switch expression.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86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Why is break used in switch?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Break stops execution of the switch statement and prevents unwanted execution of later cases.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615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happens if break is omitted?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If break is omitted, execution continues into the next case statements automatically.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9" y="1466624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default case in switch?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default case executes when none of the specified case labels match the expression.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3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Can switch compare strings in C++?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No. Traditional C++ switch statements cannot directly compare string values.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482952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Which statement is better for many constant choices: if-else or switch?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Switch is generally better for many constant choices because it improves readability and organization.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72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How do you test whether a value is positive?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Use the condition value &gt; 0 to determine whether a value is positive.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8" y="1466624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How do you test whether a value is negative?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Use the condition value &lt; 0 to determine whether a value is negative.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8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How do you test whether a value is zero?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Use the condition value == 0 to determine whether a value is zero.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8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Write a condition to check if age is at least 18.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Condition: age &gt;= 18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72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Write a condition to check if marks are above 50.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Condition: marks &gt;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86" y="1401309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decision making in programming?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Decision making allows a program to choose different actions based on conditions and user input.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71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Can nested if statements have multiple levels?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Yes, nested if statements can have multiple levels depending on program requirements.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8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logical AND (&amp;&amp;)?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Logical AND returns true only when all combined conditions are true.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86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logical OR (||)?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Logical OR returns true when at least one of the conditions is true.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3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logical NOT (!)?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Logical NOT reverses a condition's result, changing true to false and false to true.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How do you check if a year is divisible by 4?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Use the condition year % 4 == 0 to check divisibility by four.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a leap year?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 leap year contains 366 days and includes an extra day in February.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8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first condition for a leap year?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first condition is that the year must be divisible by 4.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43" y="1466624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How do you find the largest of two numbers?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Compare both numbers using an if statement and display the greater value.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9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How do you find the largest of three numbers?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Use if-else-if conditions to compare all three numbers and determine the largest value.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43" y="1616529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an if-else-if ladder?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An if-else-if ladder checks multiple conditions in sequence until one condition becomes true.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8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the difference between if and switch?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If handles complex conditions, while switch works best with fixed constant choices.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Can switch use ranges directly?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No. Switch statements cannot directly use ranges; separate case values are required.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is fall-through in switch?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Fall-through occurs when execution continues to the next case because break was omitted.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1450295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What data type is usually used for conditions?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The bool data type is commonly used for storing conditional results.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8" y="1433967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Why are conditional statements important?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Conditional statements help programs make decisions and respond differently to various situations.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3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Give one real-life example of a conditional statement.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If a traffic light is green, vehicles move; otherwise, they stop and wait.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33967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Name four conditional structures covered.</a:t>
            </a:r>
          </a:p>
          <a:p>
            <a:endParaRPr dirty="0"/>
          </a:p>
          <a:p>
            <a:r>
              <a:rPr dirty="0"/>
              <a:t>Answer:</a:t>
            </a:r>
          </a:p>
          <a:p>
            <a:r>
              <a:rPr dirty="0"/>
              <a:t>if, if-else, else-if ladder, and switch are four common conditional 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1354</Words>
  <Application>Microsoft Office PowerPoint</Application>
  <PresentationFormat>On-screen Show (4:3)</PresentationFormat>
  <Paragraphs>300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Question 11</vt:lpstr>
      <vt:lpstr>Question 12</vt:lpstr>
      <vt:lpstr>Question 13</vt:lpstr>
      <vt:lpstr>Question 14</vt:lpstr>
      <vt:lpstr>Question 15</vt:lpstr>
      <vt:lpstr>Question 16</vt:lpstr>
      <vt:lpstr>Question 17</vt:lpstr>
      <vt:lpstr>Question 18</vt:lpstr>
      <vt:lpstr>Question 19</vt:lpstr>
      <vt:lpstr>Question 20</vt:lpstr>
      <vt:lpstr>Question 21</vt:lpstr>
      <vt:lpstr>Question 22</vt:lpstr>
      <vt:lpstr>Question 23</vt:lpstr>
      <vt:lpstr>Question 24</vt:lpstr>
      <vt:lpstr>Question 25</vt:lpstr>
      <vt:lpstr>Question 26</vt:lpstr>
      <vt:lpstr>Question 27</vt:lpstr>
      <vt:lpstr>Question 28</vt:lpstr>
      <vt:lpstr>Question 29</vt:lpstr>
      <vt:lpstr>Question 30</vt:lpstr>
      <vt:lpstr>Question 31</vt:lpstr>
      <vt:lpstr>Question 32</vt:lpstr>
      <vt:lpstr>Question 33</vt:lpstr>
      <vt:lpstr>Question 34</vt:lpstr>
      <vt:lpstr>Question 35</vt:lpstr>
      <vt:lpstr>Question 36</vt:lpstr>
      <vt:lpstr>Question 37</vt:lpstr>
      <vt:lpstr>Question 38</vt:lpstr>
      <vt:lpstr>Question 39</vt:lpstr>
      <vt:lpstr>Question 40</vt:lpstr>
      <vt:lpstr>Question 41</vt:lpstr>
      <vt:lpstr>Question 42</vt:lpstr>
      <vt:lpstr>Question 43</vt:lpstr>
      <vt:lpstr>Question 44</vt:lpstr>
      <vt:lpstr>Question 45</vt:lpstr>
      <vt:lpstr>Question 46</vt:lpstr>
      <vt:lpstr>Question 47</vt:lpstr>
      <vt:lpstr>Question 48</vt:lpstr>
      <vt:lpstr>Question 49</vt:lpstr>
      <vt:lpstr>Question 50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adityakrsreebastav23082007@gmail.com</cp:lastModifiedBy>
  <cp:revision>2</cp:revision>
  <dcterms:created xsi:type="dcterms:W3CDTF">2013-01-27T09:14:16Z</dcterms:created>
  <dcterms:modified xsi:type="dcterms:W3CDTF">2026-06-18T04:54:57Z</dcterms:modified>
  <cp:category/>
</cp:coreProperties>
</file>